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>
    <p:restoredLeft sz="17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2318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8BFFB-0016-45A2-BAC3-53E1E77D6A66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1EBA3-71AF-4297-8E22-B49DE22B8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701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692275" y="136525"/>
            <a:ext cx="10433050" cy="5868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5924" y="6172158"/>
            <a:ext cx="5820032" cy="1711453"/>
          </a:xfrm>
        </p:spPr>
        <p:txBody>
          <a:bodyPr/>
          <a:lstStyle/>
          <a:p>
            <a:r>
              <a:rPr lang="en-IN" sz="1600" dirty="0"/>
              <a:t>NOTE:</a:t>
            </a:r>
          </a:p>
          <a:p>
            <a:r>
              <a:rPr lang="en-IN" sz="1600" dirty="0"/>
              <a:t>1.The chit amount must be paid before the due date without any delays.</a:t>
            </a:r>
          </a:p>
          <a:p>
            <a:r>
              <a:rPr lang="en-IN" sz="1600" dirty="0"/>
              <a:t>2.If  any member fails to pay the chit amount or discontinues In the </a:t>
            </a:r>
            <a:r>
              <a:rPr lang="en-IN" sz="1600" dirty="0" err="1"/>
              <a:t>middle,the</a:t>
            </a:r>
            <a:r>
              <a:rPr lang="en-IN" sz="1600" dirty="0"/>
              <a:t> money will not be refunded.</a:t>
            </a:r>
          </a:p>
          <a:p>
            <a:endParaRPr lang="en-IN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1353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070B3-B63A-FC3C-101F-A72BFD6A6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E7AE0-787C-52D3-6FF2-B6451BB59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445FB-5392-6F77-3154-1A596FBF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75DE9-D71C-450C-96EA-FFC24ED8000E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3B1CE-FC85-B23C-4708-AD1F2DF2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4633C-68A1-4308-29EB-76527A211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CF2E8-90E0-45EB-9051-46657D9FE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10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B3944-57BC-D16B-73F5-D7D29ADD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C18A0-A0CD-8CC7-2BCC-7809AE37B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A89ED-4CDA-4038-73C6-A3D2645A1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75DE9-D71C-450C-96EA-FFC24ED8000E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E60CA-9E37-351B-24E7-468A02592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6E151-F3FE-4C3C-044A-607A48DEE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CF2E8-90E0-45EB-9051-46657D9FE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309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7523D-4660-BCF8-CB02-A6E33A8FF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0F785-D7B3-A90A-45AE-5EDA66376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582B8-86B7-1DC2-8D40-7FFC20466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75DE9-D71C-450C-96EA-FFC24ED8000E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3BC9F-CE60-B01C-5156-541A3DFFC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E811C-587A-7DF5-212E-E8E9D24B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CF2E8-90E0-45EB-9051-46657D9FE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460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17625-DBFF-504E-2099-DA1124B90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2A7CA-DFF5-3E95-CA6D-8436E3E62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5EF81-CD5C-4407-204E-77C26B409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513E4-2636-3381-67A0-A26FDC8E1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75DE9-D71C-450C-96EA-FFC24ED8000E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F4317-722C-D91D-A8D8-A053B39A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24626-BDCA-8BD5-1B70-A75A6430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CF2E8-90E0-45EB-9051-46657D9FE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87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54AB7-A7D0-B9EE-DEFD-FB3FF4459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CD85B-FEAF-E7CE-7CB5-469606AB3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2CEF8-2488-5E36-9928-1A7D6138C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52488-FF54-F48E-777F-C2D73A58B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933A3-E1AF-4F6F-179F-B8DAB388A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DFC80C-AF85-19E3-EC3D-27D725ACA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75DE9-D71C-450C-96EA-FFC24ED8000E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5CF35-AD29-D728-3288-9F330E705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3963F-A457-2548-46B0-55FAB847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CF2E8-90E0-45EB-9051-46657D9FE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38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06202-788B-7B18-78B7-3F685475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7B70B7-3163-724C-DF27-D4FFB31DB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75DE9-D71C-450C-96EA-FFC24ED8000E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595AD-B6BD-2872-262F-1380ED04D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2DF15-0EE8-E8E3-920D-86300A5E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CF2E8-90E0-45EB-9051-46657D9FE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4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CCA29C-2C47-B170-A15E-119617A6D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75DE9-D71C-450C-96EA-FFC24ED8000E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FA6AC-24C2-BBA2-4F5D-FF9D6D26C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BD351-5BEB-5747-8253-AEFD4D38A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CF2E8-90E0-45EB-9051-46657D9FE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317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1C7F9-FA6F-A77C-B6E6-21E47B5C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A6C09-0AD7-ECC6-6085-8ED2FDAFE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12486-2671-3B2F-2406-DADB386C6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DE3EF-560D-F602-A6AC-C05D308DF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75DE9-D71C-450C-96EA-FFC24ED8000E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1EF7A-F153-4892-1C1B-FAFA0A33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97A22-5657-451E-6E9F-0F05116F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CF2E8-90E0-45EB-9051-46657D9FE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1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8EF1-269D-1776-DF28-04CBDC3C3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B10F45-32A0-EA47-168F-BB66FD2781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4C2B7-A126-9B03-4177-64C59DA8F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42949-C6E6-E9E6-D637-BFB70731B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75DE9-D71C-450C-96EA-FFC24ED8000E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085F5-C1F5-2602-A8C9-819B18083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E21B8-B7D7-7608-E53F-A98EB3FF5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CF2E8-90E0-45EB-9051-46657D9FE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6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692FE-A968-3A55-FFB4-A7EA2AA7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76F27-8A13-E468-66E8-CCA608CA7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8F76D-5DE9-FB90-3254-76715BE02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75DE9-D71C-450C-96EA-FFC24ED8000E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22429-5A23-FD95-6A0E-E2BC0DC42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55B4E-6C2F-F4CA-D9C5-13A0C870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CF2E8-90E0-45EB-9051-46657D9FE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578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12F334-46A1-6469-1356-172D88CA8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8C7DD-947D-92AD-F259-D57E1D74C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79371-4A9F-EE49-740D-EF25323A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75DE9-D71C-450C-96EA-FFC24ED8000E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98265-EDDD-EC5F-B00D-BE3AF4108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B8D8A-62BD-5F9A-CDD0-5EB7F935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CF2E8-90E0-45EB-9051-46657D9FE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44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593F4-B616-5053-781A-1D1E8C17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70BA9-17A4-8AE3-0635-8FDB2144A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65B54-1232-7B9A-DED0-9B9656701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075DE9-D71C-450C-96EA-FFC24ED8000E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BC43C-073A-2F69-098E-4F81D35D9C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DA516-9FD7-9AF4-587F-93E8D01F5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ECF2E8-90E0-45EB-9051-46657D9FE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924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1BF1B8D-45F1-5541-046E-DA925B3A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B752CC-111A-2501-322B-1EA6BA3B5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94E5FC0-DDB6-F960-92B8-CCFB0BB497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98272E-A30C-90C7-A2B3-23104EF4E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3F089B3-28AE-4068-3DEB-0460EA09698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B01F5D-62F8-CCC9-85EB-0B079FD8F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109736"/>
              </p:ext>
            </p:extLst>
          </p:nvPr>
        </p:nvGraphicFramePr>
        <p:xfrm>
          <a:off x="1340427" y="536748"/>
          <a:ext cx="9023927" cy="5784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7927">
                  <a:extLst>
                    <a:ext uri="{9D8B030D-6E8A-4147-A177-3AD203B41FA5}">
                      <a16:colId xmlns:a16="http://schemas.microsoft.com/office/drawing/2014/main" val="37805320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4239463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085757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674484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r>
                        <a:rPr lang="en-IN" sz="3200" b="0" i="0" dirty="0">
                          <a:solidFill>
                            <a:schemeClr val="bg2"/>
                          </a:solidFill>
                          <a:latin typeface="+mn-lt"/>
                        </a:rPr>
                        <a:t>Months=12                             Chit Amount=10,000</a:t>
                      </a:r>
                      <a:endParaRPr lang="en-IN" sz="3600" b="0" i="0" dirty="0">
                        <a:solidFill>
                          <a:schemeClr val="bg2"/>
                        </a:solidFill>
                        <a:latin typeface="+mn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043453"/>
                  </a:ext>
                </a:extLst>
              </a:tr>
              <a:tr h="131965"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>
                          <a:solidFill>
                            <a:sysClr val="windowText" lastClr="000000"/>
                          </a:solidFill>
                          <a:latin typeface="Segoe UI Variable Small Semibol" pitchFamily="2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>
                          <a:solidFill>
                            <a:sysClr val="windowText" lastClr="000000"/>
                          </a:solidFill>
                        </a:rPr>
                        <a:t>Before Lifting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>
                          <a:solidFill>
                            <a:sysClr val="windowText" lastClr="000000"/>
                          </a:solidFill>
                        </a:rPr>
                        <a:t>After Lifting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>
                          <a:solidFill>
                            <a:sysClr val="windowText" lastClr="000000"/>
                          </a:solidFill>
                        </a:rPr>
                        <a:t>Total Amount</a:t>
                      </a:r>
                    </a:p>
                    <a:p>
                      <a:pPr algn="l"/>
                      <a:endParaRPr lang="en-IN" b="1" i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223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007832"/>
                  </a:ext>
                </a:extLst>
              </a:tr>
              <a:tr h="486064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033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691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158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574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10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151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016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303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17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01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464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411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106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 Variable Small Semibol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Kathraji Sahithi</dc:creator>
  <cp:lastModifiedBy>Kathraji Sahithi</cp:lastModifiedBy>
  <cp:revision>1</cp:revision>
  <dcterms:created xsi:type="dcterms:W3CDTF">2025-08-23T17:57:10Z</dcterms:created>
  <dcterms:modified xsi:type="dcterms:W3CDTF">2025-08-23T19:01:09Z</dcterms:modified>
</cp:coreProperties>
</file>